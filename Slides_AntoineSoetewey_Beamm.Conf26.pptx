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7" r:id="rId3"/>
    <p:sldId id="2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FD4F-4F0A-F833-1AF6-BC9A6FF34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0B3F7-BD88-0696-FAEC-298324A29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CEE6F-913E-FC0E-08DB-319A91DD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6B252-C4C9-C581-8C12-E80AE0B5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D7E40-47DA-E26C-28DA-0674FA69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3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0B7E-2B14-3064-1918-61758621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582B0-A50B-93AD-C123-737A67C8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8A9EF-9D1A-06FC-788B-931A8C33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F4B1-E1F3-1EB0-601F-C65FC929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E0D1B-EF9C-1695-A52E-A8A11194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36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6051-DC39-9831-1D46-8D364A5B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980C2-2BCC-6C69-3D35-552E40CC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831C4-34C2-9584-A8FE-73C92D06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B86EC-1AC3-5183-E4A4-5EA10EDE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91B9-85FD-DDD4-2A3D-588D3561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02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F720-DD22-7751-498E-60DAAC01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3393-29E1-E1A7-E7BA-10BED3FD5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A54C9-9F12-9A79-6699-5D558014C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36A41-6737-3EE4-67BF-ECADF4CE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CFE7E-4B5A-E9FC-47D6-CB4E7734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3FCE3-8E15-4EEA-9EB0-711DD8C1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47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B5AA9-79BF-4252-8247-0E323668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42995-55F6-548F-6261-3537F4BEB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4C949-930E-DFF5-065B-B4447CC1B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1CD2C-51E0-CB11-CEAB-ACC825484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1A82B-9505-22F7-644B-080BD466E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B1AC7-4627-6BEB-F9E7-90751B85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FAE4F-D46F-55F3-8C55-79A3011D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C8C5B-5EC2-D69B-64E9-AD9A226A2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53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3C04-681E-E207-69A8-2F3A3F98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2F085-F160-7531-6853-D04FE170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492EF-1ECE-42EB-E49A-08A5E88E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51B31-7FEA-9870-C5E4-523A7579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871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E2A6DA-A412-5F9F-C32C-F5046D0C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F7A30-06A7-28FC-90A2-4AC779DE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703DE-82F2-34D8-2FA0-8F84C7FF9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740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70B6-D79F-2617-FA34-177B047C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44B57-FC9E-C4DA-ED74-BAE95CCE3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F8893-CDE8-1899-2223-0C6C09D7A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8095F-B166-81F7-79BF-D177A6F1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43CA6-3D56-D005-761C-7C8BB780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5B060-06B3-AC58-DD2C-7670356A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86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4949-5BEB-CA36-D2D8-E330E3EFE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6F572-37AE-04CC-D1E8-20D523D1F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4ED1C-1BA5-BA23-D62A-1DBCE5ACE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95D21-DA6A-92AB-2EE5-E552379B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7CF83-79F9-0040-5A94-36F2EC34D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886FB-506B-1FCA-039F-D2163ED2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3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8D78-1633-E43D-4CD5-49652AE31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90993-4A7B-E7B8-6806-086259A52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13095-DAED-CE0B-6B77-FA525669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313-FDA0-FC9E-A576-EC52ABB1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4173D-7D94-2284-3772-0E0DFA55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78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1A40D-7980-CE1A-07A5-82FF6941B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9BE68-62FF-A214-E68A-856D6F2C0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CA1DD-078A-CB2B-5C15-B4CF254E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402D-A11B-3A27-D798-6CA03127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98055-B5E0-9D84-B4D2-842D2D65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232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9">
            <a:extLst>
              <a:ext uri="{FF2B5EF4-FFF2-40B4-BE49-F238E27FC236}">
                <a16:creationId xmlns:a16="http://schemas.microsoft.com/office/drawing/2014/main" id="{A5BF624E-4A1F-43BE-1486-0CF2E3765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3191" y="2576720"/>
            <a:ext cx="11268809" cy="4281279"/>
          </a:xfrm>
          <a:prstGeom prst="rect">
            <a:avLst/>
          </a:prstGeom>
          <a:solidFill>
            <a:srgbClr val="5DB3E6">
              <a:alpha val="78824"/>
            </a:srgbClr>
          </a:solidFill>
        </p:spPr>
        <p:txBody>
          <a:bodyPr/>
          <a:lstStyle>
            <a:lvl1pPr marL="0" indent="0" algn="l">
              <a:buNone/>
              <a:tabLst>
                <a:tab pos="179388" algn="l"/>
              </a:tabLst>
              <a:defRPr sz="2800" b="1" baseline="0">
                <a:ln>
                  <a:noFill/>
                </a:ln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fr-BE" dirty="0"/>
          </a:p>
        </p:txBody>
      </p:sp>
      <p:sp>
        <p:nvSpPr>
          <p:cNvPr id="6" name="Espace réservé du texte 19"/>
          <p:cNvSpPr>
            <a:spLocks noGrp="1"/>
          </p:cNvSpPr>
          <p:nvPr>
            <p:ph type="body" sz="quarter" idx="11" hasCustomPrompt="1"/>
          </p:nvPr>
        </p:nvSpPr>
        <p:spPr>
          <a:xfrm>
            <a:off x="1260261" y="5465973"/>
            <a:ext cx="4691706" cy="431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tabLst>
                <a:tab pos="179388" algn="l"/>
              </a:tabLst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BE" dirty="0"/>
              <a:t>	Titre de la présentation</a:t>
            </a:r>
          </a:p>
        </p:txBody>
      </p:sp>
      <p:sp>
        <p:nvSpPr>
          <p:cNvPr id="7" name="Espace réservé du texte 19"/>
          <p:cNvSpPr>
            <a:spLocks noGrp="1"/>
          </p:cNvSpPr>
          <p:nvPr>
            <p:ph type="body" sz="quarter" idx="12" hasCustomPrompt="1"/>
          </p:nvPr>
        </p:nvSpPr>
        <p:spPr>
          <a:xfrm>
            <a:off x="1260261" y="5909200"/>
            <a:ext cx="4691706" cy="431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tabLst>
                <a:tab pos="179388" algn="l"/>
              </a:tabLst>
              <a:defRPr sz="20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BE" dirty="0"/>
              <a:t>	DATE</a:t>
            </a:r>
          </a:p>
        </p:txBody>
      </p:sp>
      <p:sp>
        <p:nvSpPr>
          <p:cNvPr id="4" name="Espace réservé du texte 19"/>
          <p:cNvSpPr>
            <a:spLocks noGrp="1"/>
          </p:cNvSpPr>
          <p:nvPr>
            <p:ph type="body" sz="quarter" idx="16" hasCustomPrompt="1"/>
          </p:nvPr>
        </p:nvSpPr>
        <p:spPr>
          <a:xfrm>
            <a:off x="919118" y="1308370"/>
            <a:ext cx="4691706" cy="92428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tabLst>
                <a:tab pos="179388" algn="l"/>
              </a:tabLst>
              <a:defRPr sz="1700" b="0" baseline="0">
                <a:solidFill>
                  <a:srgbClr val="0021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BE" dirty="0"/>
              <a:t>Entité émettrice</a:t>
            </a:r>
          </a:p>
        </p:txBody>
      </p:sp>
      <p:sp>
        <p:nvSpPr>
          <p:cNvPr id="5" name="Espace réservé du texte 19"/>
          <p:cNvSpPr>
            <a:spLocks noGrp="1"/>
          </p:cNvSpPr>
          <p:nvPr>
            <p:ph type="body" sz="quarter" idx="17" hasCustomPrompt="1"/>
          </p:nvPr>
        </p:nvSpPr>
        <p:spPr>
          <a:xfrm>
            <a:off x="919118" y="1576917"/>
            <a:ext cx="4691706" cy="2674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tabLst>
                <a:tab pos="179388" algn="l"/>
              </a:tabLst>
              <a:defRPr sz="1700" b="0" baseline="0">
                <a:solidFill>
                  <a:srgbClr val="0021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BE" dirty="0"/>
              <a:t>Faculté </a:t>
            </a:r>
          </a:p>
        </p:txBody>
      </p:sp>
      <p:sp>
        <p:nvSpPr>
          <p:cNvPr id="8" name="Espace réservé du texte 19"/>
          <p:cNvSpPr>
            <a:spLocks noGrp="1"/>
          </p:cNvSpPr>
          <p:nvPr>
            <p:ph type="body" sz="quarter" idx="18" hasCustomPrompt="1"/>
          </p:nvPr>
        </p:nvSpPr>
        <p:spPr>
          <a:xfrm>
            <a:off x="919118" y="1844402"/>
            <a:ext cx="4691706" cy="3939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tabLst>
                <a:tab pos="179388" algn="l"/>
              </a:tabLst>
              <a:defRPr sz="1700" b="0" baseline="0">
                <a:solidFill>
                  <a:srgbClr val="0021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BE" dirty="0"/>
              <a:t>Ne pas dépasser les 3 lignes</a:t>
            </a:r>
          </a:p>
        </p:txBody>
      </p:sp>
    </p:spTree>
    <p:extLst>
      <p:ext uri="{BB962C8B-B14F-4D97-AF65-F5344CB8AC3E}">
        <p14:creationId xmlns:p14="http://schemas.microsoft.com/office/powerpoint/2010/main" val="3514853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9"/>
          <p:cNvSpPr>
            <a:spLocks noGrp="1"/>
          </p:cNvSpPr>
          <p:nvPr>
            <p:ph type="body" sz="quarter" idx="11" hasCustomPrompt="1"/>
          </p:nvPr>
        </p:nvSpPr>
        <p:spPr>
          <a:xfrm>
            <a:off x="2285658" y="2878926"/>
            <a:ext cx="7332358" cy="10193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tabLst>
                <a:tab pos="179388" algn="l"/>
              </a:tabLst>
              <a:defRPr sz="66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BE" dirty="0"/>
              <a:t>	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407701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C9837-15B6-A610-EC2C-C5389C6E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C3A2-3DA9-6EE6-FF36-ED06E237C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BAE58-A7CF-C8C8-C05E-0B790C478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40A51-EF05-DD4F-83F6-2F52853D6DA4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CFD24-CDBF-A086-EFBB-206B5DDBE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88DD8-441D-E989-B9CE-8E10E6180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ABB92-70A8-4546-9F9E-6AFABEE5958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31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91BD156E-8B1B-3149-2744-02C8ED656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dirty="0">
              <a:latin typeface=""/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A0E1C9D-3A67-9E9E-0DC0-F9D59C3136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0261" y="4623540"/>
            <a:ext cx="10679491" cy="8440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Common data for a shared reality – Information extraction from data with statistically enhanced LLMs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DD82F8D7-5208-9228-EF70-8D705639D6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60261" y="6294488"/>
            <a:ext cx="4691706" cy="431800"/>
          </a:xfrm>
        </p:spPr>
        <p:txBody>
          <a:bodyPr/>
          <a:lstStyle/>
          <a:p>
            <a:r>
              <a:rPr lang="fr-FR"/>
              <a:t>Beamm.Conf26</a:t>
            </a:r>
            <a:r>
              <a:rPr lang="fr-FR" dirty="0"/>
              <a:t>, June 30 2026</a:t>
            </a:r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7FD92F26-70F0-D4F5-5E71-1B0D990E9BBD}"/>
              </a:ext>
            </a:extLst>
          </p:cNvPr>
          <p:cNvSpPr txBox="1">
            <a:spLocks/>
          </p:cNvSpPr>
          <p:nvPr/>
        </p:nvSpPr>
        <p:spPr>
          <a:xfrm>
            <a:off x="1260261" y="5946878"/>
            <a:ext cx="4691706" cy="431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tabLst>
                <a:tab pos="179388" algn="l"/>
              </a:tabLst>
              <a:defRPr sz="2000" b="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Antoine Soetewey &amp; Cédric Heuchenne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71DBE29-2145-D87B-A2B3-8D73EAEA2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1538" y="507564"/>
            <a:ext cx="302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76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2A68-EDBD-871B-1965-58719502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82D44-D9D2-D211-DA11-02DDE7F5C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35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1"/>
          </p:nvPr>
        </p:nvSpPr>
        <p:spPr>
          <a:xfrm>
            <a:off x="2285658" y="2477359"/>
            <a:ext cx="7332358" cy="1903281"/>
          </a:xfrm>
        </p:spPr>
        <p:txBody>
          <a:bodyPr>
            <a:normAutofit lnSpcReduction="10000"/>
          </a:bodyPr>
          <a:lstStyle/>
          <a:p>
            <a:pPr algn="ctr"/>
            <a:r>
              <a:rPr lang="fr-BE" dirty="0" err="1"/>
              <a:t>Thank</a:t>
            </a:r>
            <a:r>
              <a:rPr lang="fr-BE" dirty="0"/>
              <a:t> </a:t>
            </a:r>
            <a:r>
              <a:rPr lang="fr-BE" dirty="0" err="1"/>
              <a:t>you</a:t>
            </a:r>
            <a:r>
              <a:rPr lang="fr-BE" dirty="0"/>
              <a:t>! </a:t>
            </a:r>
          </a:p>
          <a:p>
            <a:pPr algn="ctr"/>
            <a:r>
              <a:rPr lang="fr-BE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6550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Soetewey</dc:creator>
  <cp:lastModifiedBy>Antoine Soetewey</cp:lastModifiedBy>
  <cp:revision>4</cp:revision>
  <dcterms:created xsi:type="dcterms:W3CDTF">2026-06-19T09:26:39Z</dcterms:created>
  <dcterms:modified xsi:type="dcterms:W3CDTF">2026-06-19T14:06:57Z</dcterms:modified>
</cp:coreProperties>
</file>